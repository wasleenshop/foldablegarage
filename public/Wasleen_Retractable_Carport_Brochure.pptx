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620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0" y="0"/>
            <a:ext cx="80467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029200" y="0"/>
            <a:ext cx="1371600" cy="6858000"/>
          </a:xfrm>
          <a:prstGeom prst="rect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2920" y="502920"/>
            <a:ext cx="1463040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6583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WASLEEN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18872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ULTRA-LUXURY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RETRACTABLE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CARPORT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02920" y="347472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36118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Telescopic Design  ·  Concealed Engineering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Aviation-Grade Aluminium  ·  Intelligent Automation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34440" cy="1234440"/>
          </a:xfrm>
          <a:prstGeom prst="rect">
            <a:avLst/>
          </a:prstGeom>
          <a:solidFill>
            <a:srgbClr val="2C2C2C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4663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02920" y="5120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No-Fade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892808" y="4572000"/>
            <a:ext cx="1234440" cy="1234440"/>
          </a:xfrm>
          <a:prstGeom prst="rect">
            <a:avLst/>
          </a:prstGeom>
          <a:solidFill>
            <a:srgbClr val="2C2C2C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892808" y="4663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892808" y="5120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Blocking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82696" y="4572000"/>
            <a:ext cx="1234440" cy="1234440"/>
          </a:xfrm>
          <a:prstGeom prst="rect">
            <a:avLst/>
          </a:prstGeom>
          <a:solidFill>
            <a:srgbClr val="2C2C2C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82696" y="4663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3-Tier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282696" y="51206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Telescopic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System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0" y="6739128"/>
            <a:ext cx="1216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 ·  CUSTOMISED  ·  PROTECTED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303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1A1A">
              <a:alpha val="7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F8F7F4"/>
          </a:solidFill>
          <a:ln w="12700">
            <a:solidFill>
              <a:srgbClr val="F8F7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0" y="411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669280" y="749808"/>
            <a:ext cx="4114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0" y="8686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Generation of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Parking Canopies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280" y="21031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goodbye to the hassles of traditional parking. Our smart, customisable parking canopies serve not only as a dedicated shelter for your vehicle — they are a stylish architectural accent reflecting your unique taste and lifestyle.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3291840"/>
            <a:ext cx="59436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669280" y="3291840"/>
            <a:ext cx="73152" cy="9875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06440" y="3383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09360" y="33832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Customisation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09360" y="369417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dimensions to colour schemes, we offer comprehensive personalised customisation to create a space that seamlessly integrates with your courtyard.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4389120"/>
            <a:ext cx="59436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669280" y="4389120"/>
            <a:ext cx="73152" cy="9875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06440" y="4480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309360" y="4480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Materials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09360" y="479145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Aviation-grade 6063-T5 aluminium alloy frame with fluorocarbon coating — exceptional corrosion resistance with no rusting or fading for 15+ years.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0" y="5486400"/>
            <a:ext cx="59436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669280" y="5486400"/>
            <a:ext cx="73152" cy="9875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806440" y="5577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309360" y="55778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Upgrade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09360" y="58887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High-strength aluminium alloy electric rolling shutter door, remotely closed with a single button press for dust-free, secure private vehicle protection.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0" y="6739128"/>
            <a:ext cx="1216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WASLEEN  ·  ULTRA-LUXURY RETRACTABLE CARPORT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0" y="274320"/>
            <a:ext cx="7406640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65760" y="457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TECHNOLOGY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65760" y="804672"/>
            <a:ext cx="32004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PVDF Fluorocarbon</a:t>
            </a:r>
            <a:endParaRPr lang="en-US" sz="2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Coating System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22402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AAMA 2605 international standard — the highest performance level for architectural aluminium coatings.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3108960"/>
            <a:ext cx="4297680" cy="566928"/>
          </a:xfrm>
          <a:prstGeom prst="rect">
            <a:avLst/>
          </a:prstGeom>
          <a:solidFill>
            <a:srgbClr val="383838"/>
          </a:solidFill>
          <a:ln w="635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3108960"/>
            <a:ext cx="54864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0352" y="31546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Clearcoat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0352" y="3383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Scratch-resistant topmost protective layer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3767328"/>
            <a:ext cx="4297680" cy="566928"/>
          </a:xfrm>
          <a:prstGeom prst="rect">
            <a:avLst/>
          </a:prstGeom>
          <a:solidFill>
            <a:srgbClr val="383838"/>
          </a:solidFill>
          <a:ln w="635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5760" y="3767328"/>
            <a:ext cx="54864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0352" y="38130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PVDF Topcoat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" y="40416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AAMA 2605 standard — 20-yr colour retention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65760" y="4425696"/>
            <a:ext cx="4297680" cy="566928"/>
          </a:xfrm>
          <a:prstGeom prst="rect">
            <a:avLst/>
          </a:prstGeom>
          <a:solidFill>
            <a:srgbClr val="383838"/>
          </a:solidFill>
          <a:ln w="635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65760" y="4425696"/>
            <a:ext cx="54864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30352" y="44714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Layer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0352" y="47000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Adhesion and corrosion barrier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5084064"/>
            <a:ext cx="4297680" cy="566928"/>
          </a:xfrm>
          <a:prstGeom prst="rect">
            <a:avLst/>
          </a:prstGeom>
          <a:solidFill>
            <a:srgbClr val="383838"/>
          </a:solidFill>
          <a:ln w="635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65760" y="5084064"/>
            <a:ext cx="54864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30352" y="51297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Pre-treatment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0352" y="53583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Chromate-free micro-etch bonding base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5742432"/>
            <a:ext cx="4297680" cy="566928"/>
          </a:xfrm>
          <a:prstGeom prst="rect">
            <a:avLst/>
          </a:prstGeom>
          <a:solidFill>
            <a:srgbClr val="383838"/>
          </a:solidFill>
          <a:ln w="635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65760" y="5742432"/>
            <a:ext cx="54864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30352" y="57881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6063-T5 Aluminium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0352" y="60167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Aviation-grade structural alloy core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0" y="6739128"/>
            <a:ext cx="1216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WASLEEN  ·  ULTRA-LUXURY RETRACTABLE CARPORT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457200"/>
            <a:ext cx="5669280" cy="5943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411480"/>
            <a:ext cx="5760720" cy="6035040"/>
          </a:xfrm>
          <a:prstGeom prst="rect">
            <a:avLst/>
          </a:prstGeom>
          <a:ln w="1524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583680" y="457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MATERIALS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583680" y="804672"/>
            <a:ext cx="4114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83680" y="9601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Material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System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583680" y="2286000"/>
            <a:ext cx="530352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583680" y="2286000"/>
            <a:ext cx="73152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720840" y="2377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PC INSULATION PANEL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720840" y="26974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smoke-coloured high-strength polycarbonate
</a:t>
            </a: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Coating: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99.9% of ultraviolet radiation
</a:t>
            </a: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reduces greenhouse temperature in summer
</a:t>
            </a: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with no yellowing or brittleness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0" y="4297680"/>
            <a:ext cx="530352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83680" y="4297680"/>
            <a:ext cx="73152" cy="2057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720840" y="4389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DOUBLE-LAYER LAMINATED GLASS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720840" y="47091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Double-layer with PVB interlayer (High-End Villa Spec)
</a:t>
            </a: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acoustic insulation — reduces external noise
</a:t>
            </a: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thermal insulation performance year-round
</a:t>
            </a: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Laminated — does not shatter into shards on impact
</a:t>
            </a: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High-end villa specification, SGP interlayer option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0" y="6739128"/>
            <a:ext cx="1216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WASLEEN  ·  ULTRA-LUXURY RETRACTABLE CARPORT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DIAGRAM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Telescopic Sliding System  ·  Precision Rail Mechanism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11612880" cy="5669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0" y="6739128"/>
            <a:ext cx="1216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WASLEEN  ·  ULTRA-LUXURY RETRACTABLE CARPORT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OPTIONS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4572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Customisable Polycarbonate Panel Colours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600200"/>
            <a:ext cx="1143000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554480"/>
            <a:ext cx="11521440" cy="3291840"/>
          </a:xfrm>
          <a:prstGeom prst="rect">
            <a:avLst/>
          </a:prstGeom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5029200"/>
            <a:ext cx="2194560" cy="1508760"/>
          </a:xfrm>
          <a:prstGeom prst="rect">
            <a:avLst/>
          </a:prstGeom>
          <a:solidFill>
            <a:srgbClr val="383838"/>
          </a:solidFill>
          <a:ln w="635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5120640"/>
            <a:ext cx="411480" cy="411480"/>
          </a:xfrm>
          <a:prstGeom prst="rect">
            <a:avLst/>
          </a:prstGeom>
          <a:solidFill>
            <a:srgbClr val="8B6914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32688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Tea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559612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amber. Blends with sandstone villas.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24912" y="5029200"/>
            <a:ext cx="2194560" cy="1508760"/>
          </a:xfrm>
          <a:prstGeom prst="rect">
            <a:avLst/>
          </a:prstGeom>
          <a:solidFill>
            <a:srgbClr val="383838"/>
          </a:solidFill>
          <a:ln w="635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816352" y="5120640"/>
            <a:ext cx="411480" cy="411480"/>
          </a:xfrm>
          <a:prstGeom prst="rect">
            <a:avLst/>
          </a:prstGeom>
          <a:solidFill>
            <a:srgbClr val="1E4DA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91840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Sapphire Blue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816352" y="559612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clarity. Modern contrast facade.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84064" y="5029200"/>
            <a:ext cx="2194560" cy="1508760"/>
          </a:xfrm>
          <a:prstGeom prst="rect">
            <a:avLst/>
          </a:prstGeom>
          <a:solidFill>
            <a:srgbClr val="383838"/>
          </a:solidFill>
          <a:ln w="635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175504" y="5120640"/>
            <a:ext cx="411480" cy="411480"/>
          </a:xfrm>
          <a:prstGeom prst="rect">
            <a:avLst/>
          </a:prstGeom>
          <a:solidFill>
            <a:srgbClr val="B8B8B8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50992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Smoke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75504" y="559612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grey. Neutral and timeless.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443216" y="5029200"/>
            <a:ext cx="2194560" cy="1508760"/>
          </a:xfrm>
          <a:prstGeom prst="rect">
            <a:avLst/>
          </a:prstGeom>
          <a:solidFill>
            <a:srgbClr val="383838"/>
          </a:solidFill>
          <a:ln w="635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534656" y="5120640"/>
            <a:ext cx="411480" cy="411480"/>
          </a:xfrm>
          <a:prstGeom prst="rect">
            <a:avLst/>
          </a:prstGeom>
          <a:solidFill>
            <a:srgbClr val="7A7A7A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010144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Smoke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34656" y="559612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anthracite tone. Most popular.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802368" y="5029200"/>
            <a:ext cx="2194560" cy="1508760"/>
          </a:xfrm>
          <a:prstGeom prst="rect">
            <a:avLst/>
          </a:prstGeom>
          <a:solidFill>
            <a:srgbClr val="383838"/>
          </a:solidFill>
          <a:ln w="6350">
            <a:solidFill>
              <a:srgbClr val="484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893808" y="5120640"/>
            <a:ext cx="411480" cy="411480"/>
          </a:xfrm>
          <a:prstGeom prst="rect">
            <a:avLst/>
          </a:prstGeom>
          <a:solidFill>
            <a:srgbClr val="2A2A2A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369296" y="5120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Charcoal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893808" y="559612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and premium. Maximum UV block.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0" y="6739128"/>
            <a:ext cx="1216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WASLEEN  ·  ULTRA-LUXURY RETRACTABLE CARPORT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58952"/>
            <a:ext cx="4572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Product Specification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7772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Material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1645920"/>
            <a:ext cx="36576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0" y="164592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Aviation-grade 6063-T5 aluminium alloy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7772400" cy="475488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Treatment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71800" y="2176272"/>
            <a:ext cx="36576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08960" y="217627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PVDF fluorocarbon coating, AAMA 2605 standard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60904"/>
            <a:ext cx="7772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7066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 Rating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71800" y="2706624"/>
            <a:ext cx="36576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08960" y="270662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rust, no fade — 15+ year guarantee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191256"/>
            <a:ext cx="7772400" cy="475488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2369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 Panel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71800" y="3236976"/>
            <a:ext cx="36576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08960" y="323697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smoke PC board or double-layer laminated glass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21608"/>
            <a:ext cx="7772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767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Protection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71800" y="3767328"/>
            <a:ext cx="36576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08960" y="3767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99.9% of ultraviolet radiation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7772400" cy="475488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4297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Shutter Door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71800" y="4297680"/>
            <a:ext cx="36576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108960" y="42976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High-strength aluminium electric rolling shutter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782312"/>
            <a:ext cx="7772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8280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Shutter Control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71800" y="4828032"/>
            <a:ext cx="36576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08960" y="48280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one-touch wireless operation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5312664"/>
            <a:ext cx="7772400" cy="475488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53583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Resistance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71800" y="5358384"/>
            <a:ext cx="36576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108960" y="535838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High-efficiency sealing — blocks sand &amp; dust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12480" y="1600200"/>
            <a:ext cx="3520440" cy="4846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412480" y="1600200"/>
            <a:ext cx="35204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549640" y="17830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PROTECTION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8549640" y="2651760"/>
            <a:ext cx="2286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549640" y="2907792"/>
            <a:ext cx="7315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732520" y="28346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One-touch remote rolling shutter control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49640" y="3474720"/>
            <a:ext cx="7315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732520" y="340156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Firmly seals to ground — no sand or rain ingress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549640" y="4041648"/>
            <a:ext cx="7315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732520" y="396849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locking mechanism for security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549640" y="4608576"/>
            <a:ext cx="7315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732520" y="453542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Customisable colour and dimension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49640" y="5175504"/>
            <a:ext cx="7315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732520" y="510235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seamlessly with courtyard design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549640" y="5742432"/>
            <a:ext cx="73152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732520" y="56692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residential and commercial use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0" y="6739128"/>
            <a:ext cx="1216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WASLEEN  ·  ULTRA-LUXURY RETRACTABLE CARPORT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0" y="1097280"/>
            <a:ext cx="7589520" cy="4663440"/>
          </a:xfrm>
          <a:prstGeom prst="rect">
            <a:avLst/>
          </a:prstGeom>
          <a:solidFill>
            <a:srgbClr val="1A1A1A">
              <a:alpha val="85000"/>
            </a:srgbClr>
          </a:solidFill>
          <a:ln w="1905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2286000" y="1097280"/>
            <a:ext cx="758952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86000" y="14173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YOUR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286000" y="178308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PERSONALISED QUOTE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4389120" y="2651760"/>
            <a:ext cx="33832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286000" y="283464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carport is custom-built to your exact specifications.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survey, design consultation and full installation included.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0" y="3840480"/>
            <a:ext cx="2103120" cy="960120"/>
          </a:xfrm>
          <a:prstGeom prst="rect">
            <a:avLst/>
          </a:prstGeom>
          <a:solidFill>
            <a:srgbClr val="38383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0" y="39136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0" y="4206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+971 54 233 0837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20640" y="3840480"/>
            <a:ext cx="2103120" cy="960120"/>
          </a:xfrm>
          <a:prstGeom prst="rect">
            <a:avLst/>
          </a:prstGeom>
          <a:solidFill>
            <a:srgbClr val="38383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20640" y="39136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120640" y="4206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info@wasleen.com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498080" y="3840480"/>
            <a:ext cx="2103120" cy="960120"/>
          </a:xfrm>
          <a:prstGeom prst="rect">
            <a:avLst/>
          </a:prstGeom>
          <a:solidFill>
            <a:srgbClr val="383838"/>
          </a:solidFill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98080" y="39136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498080" y="4206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www.cargarage.wasleen.com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286000" y="4754880"/>
            <a:ext cx="758952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286000" y="491947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WASLEEN PREMIUM PRODUCTS  ·  DUBAI, UAE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0" y="6739128"/>
            <a:ext cx="1216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 ·  CUSTOMISED  ·  PROTECTED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582</Words>
  <Application>Microsoft Office PowerPoint</Application>
  <PresentationFormat>Widescreen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Ultra-Luxury Retractable Carport — Product Brochure</dc:title>
  <dc:subject>PptxGenJS Presentation</dc:subject>
  <dc:creator>Wasleen Premium Products</dc:creator>
  <cp:lastModifiedBy>Jamsheed Khalid</cp:lastModifiedBy>
  <cp:revision>2</cp:revision>
  <dcterms:created xsi:type="dcterms:W3CDTF">2026-05-01T20:29:07Z</dcterms:created>
  <dcterms:modified xsi:type="dcterms:W3CDTF">2026-05-01T20:42:49Z</dcterms:modified>
</cp:coreProperties>
</file>